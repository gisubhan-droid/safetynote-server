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771900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9144000" cy="308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1999" cy="3771900"/>
          </a:xfrm>
          <a:prstGeom prst="rect">
            <a:avLst/>
          </a:prstGeom>
          <a:solidFill>
            <a:srgbClr val="685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71999" y="432000"/>
            <a:ext cx="1728000" cy="172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1999" y="540000"/>
            <a:ext cx="1728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1F2937"/>
                </a:solidFill>
              </a:rP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268000"/>
            <a:ext cx="79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Safety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844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CCE8"/>
                </a:solidFill>
              </a:rPr>
              <a:t>현장 안전관리 시스템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0000" y="3798000"/>
            <a:ext cx="6983999" cy="21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3888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F2937"/>
                </a:solidFill>
              </a:rPr>
              <a:t>사용자 설명서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4320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85182"/>
                </a:solidFill>
              </a:rPr>
              <a:t>DECK-2  |  공통편 — 설치 · 로그인 · 화면 익히기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40000" y="4788000"/>
            <a:ext cx="4464000" cy="306000"/>
          </a:xfrm>
          <a:prstGeom prst="rect">
            <a:avLst/>
          </a:prstGeom>
          <a:solidFill>
            <a:srgbClr val="685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📋  대상: 처음 사용하는 모든 사용자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640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v2.0.0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7999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100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72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이 설명서로 배울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30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DF2"/>
                </a:solidFill>
              </a:rPr>
              <a:t>목차 — 4단계로 쉽게 배웁니다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9144000" cy="27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06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Safety NOTE  |  사용자 설명서 — 공통편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6606000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2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224000"/>
            <a:ext cx="8100000" cy="936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000" y="1224000"/>
            <a:ext cx="720000" cy="936000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00" y="1422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1332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</a:rPr>
              <a:t>앱 설치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16920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스마트폰에 Safety NOTE 앱 설치하기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0000" y="1475999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70072"/>
                </a:solidFill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340000"/>
            <a:ext cx="8100000" cy="936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000" y="2340000"/>
            <a:ext cx="720000" cy="936000"/>
          </a:xfrm>
          <a:prstGeom prst="rect">
            <a:avLst/>
          </a:prstGeom>
          <a:solidFill>
            <a:srgbClr val="685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2538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000" y="2448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</a:rPr>
              <a:t>첫 로그인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0000" y="28080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아이디·비밀번호로 처음 로그인하기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0000" y="2591999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85182"/>
                </a:solidFill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456000"/>
            <a:ext cx="8100000" cy="936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000" y="3456000"/>
            <a:ext cx="720000" cy="936000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000" y="3654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0000" y="3564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</a:rPr>
              <a:t>화면 구성 이해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0000" y="39240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메뉴가 어디 있는지 한눈에 파악하기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0000" y="3707999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70072"/>
                </a:solidFill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572000"/>
            <a:ext cx="8100000" cy="936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000" y="4572000"/>
            <a:ext cx="720000" cy="936000"/>
          </a:xfrm>
          <a:prstGeom prst="rect">
            <a:avLst/>
          </a:prstGeom>
          <a:solidFill>
            <a:srgbClr val="685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000" y="4770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0000" y="468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</a:rPr>
              <a:t>알림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0000" y="50400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서명 요청 · 푸시 알림 받고 확인하기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0000" y="4823999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85182"/>
                </a:solidFill>
              </a:rPr>
              <a:t>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7999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100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72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STEP 1  앱 설치하기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30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DF2"/>
                </a:solidFill>
              </a:rPr>
              <a:t>Android 스마트폰에 Safety NOTE 앱을 설치합니다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9144000" cy="27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06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Safety NOTE  |  사용자 설명서 — 공통편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6606000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3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6300000"/>
            <a:ext cx="86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85182"/>
                </a:solidFill>
              </a:rPr>
              <a:t>💡 이미 설치되어 있다면 STEP 2(로그인)로 바로 이동하세요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1170000"/>
            <a:ext cx="324000" cy="324000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00" y="1162800"/>
            <a:ext cx="324000" cy="3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200" y="1494000"/>
            <a:ext cx="21600" cy="864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1152000"/>
            <a:ext cx="43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로그인 화면 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1458000"/>
            <a:ext cx="43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관리자에게 받은 주소를
스마트폰 브라우저에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2358000"/>
            <a:ext cx="324000" cy="324000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00" y="2350800"/>
            <a:ext cx="324000" cy="3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200" y="2682000"/>
            <a:ext cx="21600" cy="864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000" y="2340000"/>
            <a:ext cx="43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APK 다운로드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2646000"/>
            <a:ext cx="43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화면 하단 'APK 설치 파일
다운로드' 버튼을 누르세요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00" y="3546000"/>
            <a:ext cx="324000" cy="324000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00" y="3538800"/>
            <a:ext cx="324000" cy="3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1200" y="3870000"/>
            <a:ext cx="21600" cy="864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000" y="3528000"/>
            <a:ext cx="43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설치 허용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000" y="3834000"/>
            <a:ext cx="43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'알 수 없는 출처 앱 허용'
메시지가 나오면 허용을 누르세요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00" y="4734000"/>
            <a:ext cx="324000" cy="324000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00" y="4726800"/>
            <a:ext cx="324000" cy="3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000" y="4716000"/>
            <a:ext cx="43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설치 완료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000" y="5022000"/>
            <a:ext cx="43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Safety NOTE 아이콘이 생기면
설치가 완료된 것입니다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28000" y="1080000"/>
            <a:ext cx="3528000" cy="4860000"/>
          </a:xfrm>
          <a:prstGeom prst="rect">
            <a:avLst/>
          </a:prstGeom>
          <a:solidFill>
            <a:srgbClr val="F0F4FF"/>
          </a:solidFill>
          <a:ln w="19050">
            <a:solidFill>
              <a:srgbClr val="685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28000" y="2295000"/>
            <a:ext cx="35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937"/>
                </a:solidFill>
              </a:rPr>
              <a:t>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8000" y="3753000"/>
            <a:ext cx="35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5182"/>
                </a:solidFill>
              </a:rPr>
              <a:t>로그인 화면
(APK 다운로드 버튼 보임)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8000" y="4579200"/>
            <a:ext cx="35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</a:rPr>
              <a:t>← 스크린샷 삽입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999" y="6048000"/>
            <a:ext cx="4968000" cy="324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999" y="6066000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2400E"/>
                </a:solidFill>
              </a:rPr>
              <a:t>⚠  PC나 태블릿은 설치 없이 브라우저에서 바로 접속 가능합니다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7999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100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72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STEP 1-B  브라우저로 접속하기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30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DF2"/>
                </a:solidFill>
              </a:rPr>
              <a:t>PC · 태블릿은 설치 없이 브라우저에서 바로 사용합니다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9144000" cy="27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06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Safety NOTE  |  사용자 설명서 — 공통편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6606000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4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1152000"/>
            <a:ext cx="4248000" cy="306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1152000"/>
            <a:ext cx="4248000" cy="180000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00" y="1440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🏢  사무실 · 현장 내부망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1835999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사내 네트워크에 연결된 상태에서
브라우저 주소창에 입력하세요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520000"/>
            <a:ext cx="3960000" cy="39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" y="2538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70072"/>
                </a:solidFill>
              </a:rPr>
              <a:t>https://NAS주소:3443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2000" y="1152000"/>
            <a:ext cx="4248000" cy="306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2000" y="1152000"/>
            <a:ext cx="4248000" cy="180000"/>
          </a:xfrm>
          <a:prstGeom prst="rect">
            <a:avLst/>
          </a:prstGeom>
          <a:solidFill>
            <a:srgbClr val="685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6000" y="1440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🌐  외부 / 집에서 접속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6000" y="1835999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인터넷이 연결된 어디서나
아래 주소로 접속할 수 있습니다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6000" y="2520000"/>
            <a:ext cx="3960000" cy="39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685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6000" y="2538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85182"/>
                </a:solidFill>
              </a:rPr>
              <a:t>https://도메인주소:3443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4392000"/>
            <a:ext cx="8568000" cy="1620000"/>
          </a:xfrm>
          <a:prstGeom prst="rect">
            <a:avLst/>
          </a:prstGeom>
          <a:solidFill>
            <a:srgbClr val="F0F4FF"/>
          </a:solidFill>
          <a:ln w="12700">
            <a:solidFill>
              <a:srgbClr val="685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00" y="4464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85182"/>
                </a:solidFill>
              </a:rPr>
              <a:t>⚠  보안 경고 메시지가 나와도 당황하지 마세요!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999" y="4788000"/>
            <a:ext cx="81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•  Chrome :  '고급'  →  '안전하지 않은 사이트로 이동'  클릭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5130000"/>
            <a:ext cx="81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•  Samsung 인터넷 :  '위험을 감수하고 계속'  클릭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999" y="5472000"/>
            <a:ext cx="81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•  Safari :  '고급'  →  '안전하지 않은 웹 사이트 방문'  클릭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00" y="5976000"/>
            <a:ext cx="8568000" cy="3240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0000" y="5994000"/>
            <a:ext cx="84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65F46"/>
                </a:solidFill>
              </a:rPr>
              <a:t>✓  회사 내부 서버이므로 안전합니다. 그냥 '계속 진행'을 누르면 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7999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100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72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STEP 2  로그인하기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30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DF2"/>
                </a:solidFill>
              </a:rPr>
              <a:t>관리자에게 받은 아이디와 비밀번호로 로그인합니다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9144000" cy="27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06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Safety NOTE  |  사용자 설명서 — 공통편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6606000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5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6300000"/>
            <a:ext cx="86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85182"/>
                </a:solidFill>
              </a:rPr>
              <a:t>💡 첫 로그인 후에는 반드시 비밀번호를 변경하세요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1206000"/>
            <a:ext cx="324000" cy="324000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00" y="1198800"/>
            <a:ext cx="324000" cy="3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200" y="1530000"/>
            <a:ext cx="21600" cy="936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1188000"/>
            <a:ext cx="43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아이디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1494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관리자에게 받은 아이디를
입력합니다 (전화번호 형식)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2466000"/>
            <a:ext cx="324000" cy="324000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00" y="2458800"/>
            <a:ext cx="324000" cy="3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200" y="2790000"/>
            <a:ext cx="21600" cy="9360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000" y="2448000"/>
            <a:ext cx="43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비밀번호 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2754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관리자에게 받은
임시 비밀번호를 입력합니다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00" y="3726000"/>
            <a:ext cx="324000" cy="324000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00" y="3718800"/>
            <a:ext cx="324000" cy="33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000" y="3708000"/>
            <a:ext cx="43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로그인 버튼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000" y="4014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파란색 '로그인' 버튼을
누르면 완료됩니다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28000" y="1080000"/>
            <a:ext cx="3528000" cy="4860000"/>
          </a:xfrm>
          <a:prstGeom prst="rect">
            <a:avLst/>
          </a:prstGeom>
          <a:solidFill>
            <a:srgbClr val="F0F4FF"/>
          </a:solidFill>
          <a:ln w="19050">
            <a:solidFill>
              <a:srgbClr val="685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28000" y="2295000"/>
            <a:ext cx="35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937"/>
                </a:solidFill>
              </a:rP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8000" y="3753000"/>
            <a:ext cx="35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5182"/>
                </a:solidFill>
              </a:rPr>
              <a:t>로그인 화면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8000" y="4579200"/>
            <a:ext cx="35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</a:rPr>
              <a:t>← 스크린샷 삽입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999" y="4968000"/>
            <a:ext cx="4860000" cy="1007999"/>
          </a:xfrm>
          <a:prstGeom prst="rect">
            <a:avLst/>
          </a:prstGeom>
          <a:solidFill>
            <a:srgbClr val="FFF0F7"/>
          </a:solidFill>
          <a:ln w="19050">
            <a:solidFill>
              <a:srgbClr val="D7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000" y="5040000"/>
            <a:ext cx="46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0072"/>
                </a:solidFill>
              </a:rPr>
              <a:t>🔑  첫 로그인 후 반드시 비밀번호 변경!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5364000"/>
            <a:ext cx="4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메뉴 → 내 계정 → 비밀번호 변경
임시 비밀번호는 보안에 취약합니다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7999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100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72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STEP 3  화면 구성 이해하기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30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DF2"/>
                </a:solidFill>
              </a:rPr>
              <a:t>로그인 후 보이는 화면을 한눈에 파악합니다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9144000" cy="27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06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Safety NOTE  |  사용자 설명서 — 공통편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6606000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6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20000" y="1080000"/>
            <a:ext cx="3671999" cy="4968000"/>
          </a:xfrm>
          <a:prstGeom prst="rect">
            <a:avLst/>
          </a:prstGeom>
          <a:solidFill>
            <a:srgbClr val="F0F4FF"/>
          </a:solidFill>
          <a:ln w="19050">
            <a:solidFill>
              <a:srgbClr val="685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0000" y="2322000"/>
            <a:ext cx="3671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937"/>
                </a:solidFill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0000" y="3812400"/>
            <a:ext cx="367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5182"/>
                </a:solidFill>
              </a:rPr>
              <a:t>메인 화면 전체
(로그인 직후)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0000" y="4656960"/>
            <a:ext cx="367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</a:rPr>
              <a:t>← 스크린샷 삽입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999" y="1152000"/>
            <a:ext cx="125999" cy="1620000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999" y="1152000"/>
            <a:ext cx="46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① 왼쪽 메뉴 레일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99" y="1476000"/>
            <a:ext cx="468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화면 왼쪽에 아이콘들이 세로로
줄지어 있습니다.
아이콘을 누르면 해당 메뉴가
오른쪽으로 펼쳐집니다.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999" y="2880000"/>
            <a:ext cx="125999" cy="1620000"/>
          </a:xfrm>
          <a:prstGeom prst="rect">
            <a:avLst/>
          </a:prstGeom>
          <a:solidFill>
            <a:srgbClr val="685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999" y="2880000"/>
            <a:ext cx="46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② 메인 내용 영역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999" y="3204000"/>
            <a:ext cx="468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아이콘을 누른 후 원하는 메뉴를
선택하면 이 영역에 내용이
표시됩니다.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999" y="4320000"/>
            <a:ext cx="125999" cy="162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999" y="4320000"/>
            <a:ext cx="46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③ 상단 알림 아이콘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999" y="4644000"/>
            <a:ext cx="468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오른쪽 위 🔔 아이콘을 누르면
서명 요청·알림을 확인할 수
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7999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100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72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STEP 4  알림 확인하기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30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DF2"/>
                </a:solidFill>
              </a:rPr>
              <a:t>서명 요청이 오면 알림으로 알려드립니다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9144000" cy="27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06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Safety NOTE  |  사용자 설명서 — 공통편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6606000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7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20000" y="1080000"/>
            <a:ext cx="3671999" cy="4968000"/>
          </a:xfrm>
          <a:prstGeom prst="rect">
            <a:avLst/>
          </a:prstGeom>
          <a:solidFill>
            <a:srgbClr val="F0F4FF"/>
          </a:solidFill>
          <a:ln w="19050">
            <a:solidFill>
              <a:srgbClr val="685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0000" y="2322000"/>
            <a:ext cx="3671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937"/>
                </a:solidFill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0000" y="3812400"/>
            <a:ext cx="3671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5182"/>
                </a:solidFill>
              </a:rPr>
              <a:t>알림 화면
(벨 아이콘 클릭 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0000" y="4656960"/>
            <a:ext cx="367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</a:rPr>
              <a:t>← 스크린샷 삽입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999" y="1152000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</a:rPr>
              <a:t>알림이 오는 경우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999" y="1584000"/>
            <a:ext cx="4788000" cy="108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999" y="1584000"/>
            <a:ext cx="144000" cy="1080000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1656000"/>
            <a:ext cx="43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서명 요청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1962000"/>
            <a:ext cx="43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감독자가 서명을 요청했습니다.
빨간 배지 숫자 = 미처리 건수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999" y="2808000"/>
            <a:ext cx="4788000" cy="108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1999" y="2808000"/>
            <a:ext cx="144000" cy="1080000"/>
          </a:xfrm>
          <a:prstGeom prst="rect">
            <a:avLst/>
          </a:prstGeom>
          <a:solidFill>
            <a:srgbClr val="685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2880000"/>
            <a:ext cx="43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작업 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3186000"/>
            <a:ext cx="43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새 작업이 배정되었습니다.
내 작업 목록에서 확인하세요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999" y="4032000"/>
            <a:ext cx="4788000" cy="108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1999" y="4032000"/>
            <a:ext cx="144000" cy="108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00" y="4104000"/>
            <a:ext cx="43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공지 알림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4410000"/>
            <a:ext cx="43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관리자가 공지를 발송했습니다.
알림 목록에서 내용을 확인하세요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999" y="5292000"/>
            <a:ext cx="4788000" cy="720000"/>
          </a:xfrm>
          <a:prstGeom prst="rect">
            <a:avLst/>
          </a:prstGeom>
          <a:solidFill>
            <a:srgbClr val="F0F4FF"/>
          </a:solidFill>
          <a:ln w="12700">
            <a:solidFill>
              <a:srgbClr val="685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0000" y="5364000"/>
            <a:ext cx="457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85182"/>
                </a:solidFill>
              </a:rPr>
              <a:t>알림 확인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5634000"/>
            <a:ext cx="457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</a:rPr>
              <a:t>화면 오른쪽 위  🔔  아이콘 클릭  →  알림 목록 확인  →  해당 항목 클릭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7999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100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5999"/>
            <a:ext cx="72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자주 묻는 질문 (FAQ)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30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DF2"/>
                </a:solidFill>
              </a:rPr>
              <a:t>사용 중 불편한 점이 있을 때 먼저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8000"/>
            <a:ext cx="9144000" cy="27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606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Safety NOTE  |  사용자 설명서 — 공통편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6606000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8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999" y="1152000"/>
            <a:ext cx="8604000" cy="1044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999" y="1152000"/>
            <a:ext cx="144000" cy="1044000"/>
          </a:xfrm>
          <a:prstGeom prst="rect">
            <a:avLst/>
          </a:prstGeom>
          <a:solidFill>
            <a:srgbClr val="D7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999" y="1224000"/>
            <a:ext cx="820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Q.  로그인이 안 돼요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999" y="1530000"/>
            <a:ext cx="820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아이디·비밀번호를 다시 확인하세요.
그래도 안 되면 관리자에게 비밀번호 초기화를 요청하세요.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999" y="2340000"/>
            <a:ext cx="8604000" cy="1044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999" y="2340000"/>
            <a:ext cx="144000" cy="1044000"/>
          </a:xfrm>
          <a:prstGeom prst="rect">
            <a:avLst/>
          </a:prstGeom>
          <a:solidFill>
            <a:srgbClr val="685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2412000"/>
            <a:ext cx="820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Q.  화면이 안 열려요 (인증서 오류)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999" y="2718000"/>
            <a:ext cx="820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'고급'  또는  '세부정보'를 눌러 '계속 진행'을 선택하세요.
회사 내부 서버라 정상입니다.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999" y="3528000"/>
            <a:ext cx="8604000" cy="1044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999" y="3528000"/>
            <a:ext cx="144000" cy="1044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999" y="3600000"/>
            <a:ext cx="820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Q.  알림(벨)이 울리지 않아요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999" y="3906000"/>
            <a:ext cx="820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스마트폰 설정 → 앱 → Safety NOTE → 알림 → 허용으로 바꿔주세요.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999" y="4716000"/>
            <a:ext cx="8604000" cy="1044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1999" y="4716000"/>
            <a:ext cx="144000" cy="104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3999" y="4788000"/>
            <a:ext cx="820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Q.  앱이 최신 버전인지 확인하고 싶어요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5094000"/>
            <a:ext cx="820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로그인 후 메뉴 → 업데이트 탭에서 현재 버전을 확인할 수 있습니다.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0000" y="5976000"/>
            <a:ext cx="5184000" cy="306000"/>
          </a:xfrm>
          <a:prstGeom prst="rect">
            <a:avLst/>
          </a:prstGeom>
          <a:solidFill>
            <a:srgbClr val="685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추가 문의는 관리자에게 연락하세요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